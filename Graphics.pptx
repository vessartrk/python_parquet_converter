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F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0B48EC-6720-4F4D-AA52-1EB52546E8AF}" v="27" dt="2026-02-03T09:25:51.9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13" Type="http://schemas.openxmlformats.org/officeDocument/2006/relationships/customXml" Target="../customXml/item3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12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1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Vessa" userId="b61dc382-5460-4e79-acf1-3b032c616e27" providerId="ADAL" clId="{A580107A-622A-4AB9-BD39-F32B97B60523}"/>
    <pc:docChg chg="undo custSel addSld modSld">
      <pc:chgData name="Michael Vessa" userId="b61dc382-5460-4e79-acf1-3b032c616e27" providerId="ADAL" clId="{A580107A-622A-4AB9-BD39-F32B97B60523}" dt="2026-02-03T09:25:05.249" v="434" actId="478"/>
      <pc:docMkLst>
        <pc:docMk/>
      </pc:docMkLst>
      <pc:sldChg chg="addSp delSp modSp new mod">
        <pc:chgData name="Michael Vessa" userId="b61dc382-5460-4e79-acf1-3b032c616e27" providerId="ADAL" clId="{A580107A-622A-4AB9-BD39-F32B97B60523}" dt="2026-02-03T09:24:48.216" v="431" actId="14861"/>
        <pc:sldMkLst>
          <pc:docMk/>
          <pc:sldMk cId="920133012" sldId="256"/>
        </pc:sldMkLst>
        <pc:spChg chg="del">
          <ac:chgData name="Michael Vessa" userId="b61dc382-5460-4e79-acf1-3b032c616e27" providerId="ADAL" clId="{A580107A-622A-4AB9-BD39-F32B97B60523}" dt="2026-02-03T09:09:34.371" v="1" actId="478"/>
          <ac:spMkLst>
            <pc:docMk/>
            <pc:sldMk cId="920133012" sldId="256"/>
            <ac:spMk id="2" creationId="{F29BAC79-F8F9-CFAA-A23A-C1639AB18EA0}"/>
          </ac:spMkLst>
        </pc:spChg>
        <pc:spChg chg="del mod">
          <ac:chgData name="Michael Vessa" userId="b61dc382-5460-4e79-acf1-3b032c616e27" providerId="ADAL" clId="{A580107A-622A-4AB9-BD39-F32B97B60523}" dt="2026-02-03T09:09:35.729" v="3" actId="478"/>
          <ac:spMkLst>
            <pc:docMk/>
            <pc:sldMk cId="920133012" sldId="256"/>
            <ac:spMk id="3" creationId="{B3CB2A11-3D26-7CEA-9F0D-183F551C52E0}"/>
          </ac:spMkLst>
        </pc:spChg>
        <pc:spChg chg="add del mod">
          <ac:chgData name="Michael Vessa" userId="b61dc382-5460-4e79-acf1-3b032c616e27" providerId="ADAL" clId="{A580107A-622A-4AB9-BD39-F32B97B60523}" dt="2026-02-03T09:10:17.377" v="8"/>
          <ac:spMkLst>
            <pc:docMk/>
            <pc:sldMk cId="920133012" sldId="256"/>
            <ac:spMk id="4" creationId="{039CB015-EC29-A88F-6561-F8A64BBD3E7E}"/>
          </ac:spMkLst>
        </pc:spChg>
        <pc:spChg chg="add mod">
          <ac:chgData name="Michael Vessa" userId="b61dc382-5460-4e79-acf1-3b032c616e27" providerId="ADAL" clId="{A580107A-622A-4AB9-BD39-F32B97B60523}" dt="2026-02-03T09:20:26.105" v="183" actId="14100"/>
          <ac:spMkLst>
            <pc:docMk/>
            <pc:sldMk cId="920133012" sldId="256"/>
            <ac:spMk id="15" creationId="{BBA1C6BD-8AEF-DB92-092D-FDEF2E00EDDC}"/>
          </ac:spMkLst>
        </pc:spChg>
        <pc:spChg chg="add mod">
          <ac:chgData name="Michael Vessa" userId="b61dc382-5460-4e79-acf1-3b032c616e27" providerId="ADAL" clId="{A580107A-622A-4AB9-BD39-F32B97B60523}" dt="2026-02-03T09:18:53.464" v="130" actId="1038"/>
          <ac:spMkLst>
            <pc:docMk/>
            <pc:sldMk cId="920133012" sldId="256"/>
            <ac:spMk id="16" creationId="{B660083E-85E8-B120-6EAA-0B42396B5803}"/>
          </ac:spMkLst>
        </pc:spChg>
        <pc:spChg chg="add mod">
          <ac:chgData name="Michael Vessa" userId="b61dc382-5460-4e79-acf1-3b032c616e27" providerId="ADAL" clId="{A580107A-622A-4AB9-BD39-F32B97B60523}" dt="2026-02-03T09:20:32.738" v="185" actId="14100"/>
          <ac:spMkLst>
            <pc:docMk/>
            <pc:sldMk cId="920133012" sldId="256"/>
            <ac:spMk id="17" creationId="{F83E6EA0-12EA-096F-1B7D-67F8AD7F7347}"/>
          </ac:spMkLst>
        </pc:spChg>
        <pc:spChg chg="add mod">
          <ac:chgData name="Michael Vessa" userId="b61dc382-5460-4e79-acf1-3b032c616e27" providerId="ADAL" clId="{A580107A-622A-4AB9-BD39-F32B97B60523}" dt="2026-02-03T09:20:35.965" v="186" actId="1076"/>
          <ac:spMkLst>
            <pc:docMk/>
            <pc:sldMk cId="920133012" sldId="256"/>
            <ac:spMk id="18" creationId="{33D168C6-7C3F-580A-D6CD-C3F33CA9D549}"/>
          </ac:spMkLst>
        </pc:spChg>
        <pc:spChg chg="add mod">
          <ac:chgData name="Michael Vessa" userId="b61dc382-5460-4e79-acf1-3b032c616e27" providerId="ADAL" clId="{A580107A-622A-4AB9-BD39-F32B97B60523}" dt="2026-02-03T09:22:27.111" v="284" actId="1076"/>
          <ac:spMkLst>
            <pc:docMk/>
            <pc:sldMk cId="920133012" sldId="256"/>
            <ac:spMk id="21" creationId="{F7CE8199-453E-E9F5-B6B8-0DFF19F15D8A}"/>
          </ac:spMkLst>
        </pc:spChg>
        <pc:spChg chg="add mod">
          <ac:chgData name="Michael Vessa" userId="b61dc382-5460-4e79-acf1-3b032c616e27" providerId="ADAL" clId="{A580107A-622A-4AB9-BD39-F32B97B60523}" dt="2026-02-03T09:22:36.256" v="307" actId="20577"/>
          <ac:spMkLst>
            <pc:docMk/>
            <pc:sldMk cId="920133012" sldId="256"/>
            <ac:spMk id="22" creationId="{607D06CE-8D29-D4EB-DA15-2EB56DB92B0F}"/>
          </ac:spMkLst>
        </pc:spChg>
        <pc:spChg chg="add mod">
          <ac:chgData name="Michael Vessa" userId="b61dc382-5460-4e79-acf1-3b032c616e27" providerId="ADAL" clId="{A580107A-622A-4AB9-BD39-F32B97B60523}" dt="2026-02-03T09:23:59.867" v="375" actId="1038"/>
          <ac:spMkLst>
            <pc:docMk/>
            <pc:sldMk cId="920133012" sldId="256"/>
            <ac:spMk id="23" creationId="{966AF1C1-318B-6370-B7B3-24530268130C}"/>
          </ac:spMkLst>
        </pc:spChg>
        <pc:spChg chg="add mod">
          <ac:chgData name="Michael Vessa" userId="b61dc382-5460-4e79-acf1-3b032c616e27" providerId="ADAL" clId="{A580107A-622A-4AB9-BD39-F32B97B60523}" dt="2026-02-03T09:24:09.691" v="418" actId="1038"/>
          <ac:spMkLst>
            <pc:docMk/>
            <pc:sldMk cId="920133012" sldId="256"/>
            <ac:spMk id="24" creationId="{07CEE52A-37ED-278C-023C-28640FDBF657}"/>
          </ac:spMkLst>
        </pc:spChg>
        <pc:picChg chg="add del mod">
          <ac:chgData name="Michael Vessa" userId="b61dc382-5460-4e79-acf1-3b032c616e27" providerId="ADAL" clId="{A580107A-622A-4AB9-BD39-F32B97B60523}" dt="2026-02-03T09:14:36.009" v="29" actId="478"/>
          <ac:picMkLst>
            <pc:docMk/>
            <pc:sldMk cId="920133012" sldId="256"/>
            <ac:picMk id="6" creationId="{A83D1024-8482-F600-4161-132837751C90}"/>
          </ac:picMkLst>
        </pc:picChg>
        <pc:picChg chg="add mod ord">
          <ac:chgData name="Michael Vessa" userId="b61dc382-5460-4e79-acf1-3b032c616e27" providerId="ADAL" clId="{A580107A-622A-4AB9-BD39-F32B97B60523}" dt="2026-02-03T09:19:21.724" v="157" actId="14861"/>
          <ac:picMkLst>
            <pc:docMk/>
            <pc:sldMk cId="920133012" sldId="256"/>
            <ac:picMk id="8" creationId="{33499FDB-DF02-6C4C-8D31-D14F376BFE02}"/>
          </ac:picMkLst>
        </pc:picChg>
        <pc:picChg chg="add del mod">
          <ac:chgData name="Michael Vessa" userId="b61dc382-5460-4e79-acf1-3b032c616e27" providerId="ADAL" clId="{A580107A-622A-4AB9-BD39-F32B97B60523}" dt="2026-02-03T09:11:24.257" v="13" actId="478"/>
          <ac:picMkLst>
            <pc:docMk/>
            <pc:sldMk cId="920133012" sldId="256"/>
            <ac:picMk id="10" creationId="{5A9A9569-F4E7-436D-653E-D8CBC0C27779}"/>
          </ac:picMkLst>
        </pc:picChg>
        <pc:picChg chg="add mod ord">
          <ac:chgData name="Michael Vessa" userId="b61dc382-5460-4e79-acf1-3b032c616e27" providerId="ADAL" clId="{A580107A-622A-4AB9-BD39-F32B97B60523}" dt="2026-02-03T09:23:19.579" v="326" actId="14861"/>
          <ac:picMkLst>
            <pc:docMk/>
            <pc:sldMk cId="920133012" sldId="256"/>
            <ac:picMk id="12" creationId="{6513184A-F4C5-3F10-600B-BC0B6ACE7E08}"/>
          </ac:picMkLst>
        </pc:picChg>
        <pc:picChg chg="add mod ord">
          <ac:chgData name="Michael Vessa" userId="b61dc382-5460-4e79-acf1-3b032c616e27" providerId="ADAL" clId="{A580107A-622A-4AB9-BD39-F32B97B60523}" dt="2026-02-03T09:24:48.216" v="431" actId="14861"/>
          <ac:picMkLst>
            <pc:docMk/>
            <pc:sldMk cId="920133012" sldId="256"/>
            <ac:picMk id="14" creationId="{A4F22227-5540-A848-930F-7B6E3EE7C384}"/>
          </ac:picMkLst>
        </pc:picChg>
        <pc:picChg chg="add mod">
          <ac:chgData name="Michael Vessa" userId="b61dc382-5460-4e79-acf1-3b032c616e27" providerId="ADAL" clId="{A580107A-622A-4AB9-BD39-F32B97B60523}" dt="2026-02-03T09:22:15.565" v="282" actId="1038"/>
          <ac:picMkLst>
            <pc:docMk/>
            <pc:sldMk cId="920133012" sldId="256"/>
            <ac:picMk id="20" creationId="{F062EBC3-63EF-DB8E-AB45-E9CB56AFC9AC}"/>
          </ac:picMkLst>
        </pc:picChg>
        <pc:picChg chg="add del mod">
          <ac:chgData name="Michael Vessa" userId="b61dc382-5460-4e79-acf1-3b032c616e27" providerId="ADAL" clId="{A580107A-622A-4AB9-BD39-F32B97B60523}" dt="2026-02-03T09:20:58.152" v="192" actId="478"/>
          <ac:picMkLst>
            <pc:docMk/>
            <pc:sldMk cId="920133012" sldId="256"/>
            <ac:picMk id="1026" creationId="{624EDD40-9EDA-6FBC-26FF-0B78165138B3}"/>
          </ac:picMkLst>
        </pc:picChg>
      </pc:sldChg>
      <pc:sldChg chg="delSp new mod">
        <pc:chgData name="Michael Vessa" userId="b61dc382-5460-4e79-acf1-3b032c616e27" providerId="ADAL" clId="{A580107A-622A-4AB9-BD39-F32B97B60523}" dt="2026-02-03T09:25:05.249" v="434" actId="478"/>
        <pc:sldMkLst>
          <pc:docMk/>
          <pc:sldMk cId="3350022846" sldId="257"/>
        </pc:sldMkLst>
        <pc:spChg chg="del">
          <ac:chgData name="Michael Vessa" userId="b61dc382-5460-4e79-acf1-3b032c616e27" providerId="ADAL" clId="{A580107A-622A-4AB9-BD39-F32B97B60523}" dt="2026-02-03T09:25:03.689" v="433" actId="478"/>
          <ac:spMkLst>
            <pc:docMk/>
            <pc:sldMk cId="3350022846" sldId="257"/>
            <ac:spMk id="2" creationId="{D7DABBCC-49C0-7566-C069-1B42A6F02DF0}"/>
          </ac:spMkLst>
        </pc:spChg>
        <pc:spChg chg="del">
          <ac:chgData name="Michael Vessa" userId="b61dc382-5460-4e79-acf1-3b032c616e27" providerId="ADAL" clId="{A580107A-622A-4AB9-BD39-F32B97B60523}" dt="2026-02-03T09:25:05.249" v="434" actId="478"/>
          <ac:spMkLst>
            <pc:docMk/>
            <pc:sldMk cId="3350022846" sldId="257"/>
            <ac:spMk id="3" creationId="{3CF8F64B-6AFE-7C85-AFFD-6807ABF2FBF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F54D-773A-240A-DEF9-C4A51487B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DD53D-330B-5741-D96A-9573B46C6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2F842-93C1-5F03-2038-A6303FF61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D22A2-3ED2-2281-76A1-C70928B9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53BF8-B7E0-5A93-12AE-6F5492BF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186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C8D2A-9ABA-3F56-EF65-BAA70CB77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13643-5E91-1531-B435-C26714467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73EA8-E6CD-E2A2-BF69-77555A4B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95E34-2A12-8EDA-89DD-9B18568BC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ED95E-62EE-5089-1F92-4B233170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62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34F2-D924-BD5E-FB6C-74A02285C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F24F0-2BB9-F84F-BF23-C511226C1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DBCC4-E339-4695-43F8-9DBD4C39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7E93F-027B-BB69-F15A-C6EF7E20C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1173D-5742-A192-5B8B-66FF1A4D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54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D5C88-6273-4777-AEE7-2F67CA452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37CAA-D89E-7BF6-6BF0-761CEBAA3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1CE2D-5E3C-5F63-883E-39F2D1CF7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5EF52-6418-E122-E219-15E376DCA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E1C6C-2B50-A6A6-8FF5-66B23F8BD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621B6-ED49-7B73-9663-E75ACDDF5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989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08AC-3D7E-84CB-A772-AA71DDE2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56428-E269-DF61-0D2E-E35F02907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02D50-0BFC-185B-D058-BF65585ED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F9C9E-572C-40F7-75F3-245A406A0F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98934-874C-BBD4-1330-25AF3E6DF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84818-4343-3C62-479E-C9C146F8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A286EE-36EF-9909-5534-49D27FB7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E9E05-E57C-334B-E4B1-434E86D7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10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833F-D9FD-078F-A824-D19D8130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34613C-072E-1802-9115-B95DBE6A5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DC999-3B45-ADFA-6C19-55C1BD27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8AB68-0FC3-1317-17DA-1D143173F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774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D2E288-6DCE-A97D-35DE-FF4A61FD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E27EF-B189-9AA1-DE79-8C7642C3C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3922A-901F-425F-F054-B36D987F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91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B179C-657A-6C31-68DA-29D1540B3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DB3B0-B341-6C83-1268-4AD0BFE2B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9C80C-F708-A811-C5ED-1DDA289C7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AD103-065B-957E-B9A9-5CCFEF5C8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4B92C-61AB-DC6B-821A-25871CE00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E59AD-F37C-213B-F498-40D3A146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848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71AD8-6F21-416E-37A4-15AFFF079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BCEC1-8514-7512-A6A8-0A2EA79455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DAD6B-57B4-31EF-3445-368597330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AB3E3-F654-DA54-AD94-DBFC31E6D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02DE1-5C82-432A-F117-16C992E0F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91E5-BA66-5819-B7E8-5BAB7FAF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43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2D1C8-B6FF-00E9-9913-CD92046F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DFA77-6F8F-A027-8E14-6FE63656B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4B179-A9A1-0E2C-DB57-38762A073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A25CD-1C14-590E-F0FD-5C257FD05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1B4FB-AEEA-C0E4-2122-F63B05DA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128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A97EA2-BF3E-88D6-A592-8EABAF0D8D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8705A-1872-BCED-E497-AD5ADABB0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6CA2E-3F54-8041-EE7D-D0F1ABAD6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6A187-B1D9-961E-4883-1752D12CA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5B568-18D0-2D30-F30B-4C1902ED7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731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216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836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392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030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877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0308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461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0494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172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4091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912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6056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7920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4684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0383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8425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668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0E89DE-5B83-67AA-B3BE-1F35715EE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8193D-AE3E-1465-A83C-05D308662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C8B84-0139-E0AD-E106-60F9AAA18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BD886-ADAA-317D-7268-6EE6A126C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472B2-B952-4EA6-83BA-8AB460683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952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49DE3C3-253B-4025-9167-3633137E2A91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6C8561A-BB0E-4208-9AFC-FD4A7AF12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48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BA1C6BD-8AEF-DB92-092D-FDEF2E00EDDC}"/>
              </a:ext>
            </a:extLst>
          </p:cNvPr>
          <p:cNvSpPr txBox="1"/>
          <p:nvPr/>
        </p:nvSpPr>
        <p:spPr>
          <a:xfrm>
            <a:off x="792489" y="475953"/>
            <a:ext cx="2515861" cy="439393"/>
          </a:xfrm>
          <a:prstGeom prst="rect">
            <a:avLst/>
          </a:prstGeom>
          <a:solidFill>
            <a:srgbClr val="79FFDF"/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8" name="Graphic 7" descr="Folder Search outline">
            <a:extLst>
              <a:ext uri="{FF2B5EF4-FFF2-40B4-BE49-F238E27FC236}">
                <a16:creationId xmlns:a16="http://schemas.microsoft.com/office/drawing/2014/main" id="{33499FDB-DF02-6C4C-8D31-D14F376BF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420" y="483191"/>
            <a:ext cx="432000" cy="432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60083E-85E8-B120-6EAA-0B42396B5803}"/>
              </a:ext>
            </a:extLst>
          </p:cNvPr>
          <p:cNvSpPr/>
          <p:nvPr/>
        </p:nvSpPr>
        <p:spPr>
          <a:xfrm>
            <a:off x="1262186" y="501278"/>
            <a:ext cx="148986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/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Select Files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3E6EA0-12EA-096F-1B7D-67F8AD7F7347}"/>
              </a:ext>
            </a:extLst>
          </p:cNvPr>
          <p:cNvSpPr txBox="1"/>
          <p:nvPr/>
        </p:nvSpPr>
        <p:spPr>
          <a:xfrm>
            <a:off x="792489" y="1072853"/>
            <a:ext cx="2515861" cy="439393"/>
          </a:xfrm>
          <a:prstGeom prst="rect">
            <a:avLst/>
          </a:prstGeom>
          <a:solidFill>
            <a:srgbClr val="79FFDF"/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D168C6-7C3F-580A-D6CD-C3F33CA9D549}"/>
              </a:ext>
            </a:extLst>
          </p:cNvPr>
          <p:cNvSpPr/>
          <p:nvPr/>
        </p:nvSpPr>
        <p:spPr>
          <a:xfrm>
            <a:off x="923549" y="1105394"/>
            <a:ext cx="256593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/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Convert to parquet</a:t>
            </a:r>
          </a:p>
        </p:txBody>
      </p:sp>
      <p:pic>
        <p:nvPicPr>
          <p:cNvPr id="20" name="Graphic 19" descr="Arrow circle outline">
            <a:extLst>
              <a:ext uri="{FF2B5EF4-FFF2-40B4-BE49-F238E27FC236}">
                <a16:creationId xmlns:a16="http://schemas.microsoft.com/office/drawing/2014/main" id="{F062EBC3-63EF-DB8E-AB45-E9CB56AFC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210" y="1075743"/>
            <a:ext cx="432000" cy="432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7CE8199-453E-E9F5-B6B8-0DFF19F15D8A}"/>
              </a:ext>
            </a:extLst>
          </p:cNvPr>
          <p:cNvSpPr txBox="1"/>
          <p:nvPr/>
        </p:nvSpPr>
        <p:spPr>
          <a:xfrm>
            <a:off x="792489" y="1665250"/>
            <a:ext cx="2515861" cy="439393"/>
          </a:xfrm>
          <a:prstGeom prst="rect">
            <a:avLst/>
          </a:prstGeom>
          <a:solidFill>
            <a:srgbClr val="79FFDF"/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7D06CE-8D29-D4EB-DA15-2EB56DB92B0F}"/>
              </a:ext>
            </a:extLst>
          </p:cNvPr>
          <p:cNvSpPr/>
          <p:nvPr/>
        </p:nvSpPr>
        <p:spPr>
          <a:xfrm>
            <a:off x="923549" y="1697791"/>
            <a:ext cx="256593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/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Select Destination</a:t>
            </a:r>
          </a:p>
        </p:txBody>
      </p:sp>
      <p:pic>
        <p:nvPicPr>
          <p:cNvPr id="12" name="Graphic 11" descr="Share outline">
            <a:extLst>
              <a:ext uri="{FF2B5EF4-FFF2-40B4-BE49-F238E27FC236}">
                <a16:creationId xmlns:a16="http://schemas.microsoft.com/office/drawing/2014/main" id="{6513184A-F4C5-3F10-600B-BC0B6ACE7E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238" y="1699919"/>
            <a:ext cx="360000" cy="360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66AF1C1-318B-6370-B7B3-24530268130C}"/>
              </a:ext>
            </a:extLst>
          </p:cNvPr>
          <p:cNvSpPr txBox="1"/>
          <p:nvPr/>
        </p:nvSpPr>
        <p:spPr>
          <a:xfrm>
            <a:off x="792489" y="2252668"/>
            <a:ext cx="2515861" cy="439393"/>
          </a:xfrm>
          <a:prstGeom prst="rect">
            <a:avLst/>
          </a:prstGeom>
          <a:solidFill>
            <a:srgbClr val="79FFDF"/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CEE52A-37ED-278C-023C-28640FDBF657}"/>
              </a:ext>
            </a:extLst>
          </p:cNvPr>
          <p:cNvSpPr/>
          <p:nvPr/>
        </p:nvSpPr>
        <p:spPr>
          <a:xfrm>
            <a:off x="1323608" y="2285209"/>
            <a:ext cx="196253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/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Open Converted</a:t>
            </a:r>
          </a:p>
        </p:txBody>
      </p:sp>
      <p:pic>
        <p:nvPicPr>
          <p:cNvPr id="14" name="Graphic 13" descr="Open folder outline">
            <a:extLst>
              <a:ext uri="{FF2B5EF4-FFF2-40B4-BE49-F238E27FC236}">
                <a16:creationId xmlns:a16="http://schemas.microsoft.com/office/drawing/2014/main" id="{A4F22227-5540-A848-930F-7B6E3EE7C3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0622" y="2249112"/>
            <a:ext cx="432000" cy="432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920133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02284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255CD417239143A928991743D68F2B" ma:contentTypeVersion="21" ma:contentTypeDescription="Create a new document." ma:contentTypeScope="" ma:versionID="4f4ffa57550626324b6175705fb2c91e">
  <xsd:schema xmlns:xsd="http://www.w3.org/2001/XMLSchema" xmlns:xs="http://www.w3.org/2001/XMLSchema" xmlns:p="http://schemas.microsoft.com/office/2006/metadata/properties" xmlns:ns1="http://schemas.microsoft.com/sharepoint/v3" xmlns:ns2="9be1c10f-8eeb-4f70-80d6-3641560a866f" xmlns:ns3="05b0a430-5a8e-4e32-b7ca-2d9c99353113" targetNamespace="http://schemas.microsoft.com/office/2006/metadata/properties" ma:root="true" ma:fieldsID="4394f02774ac06a0cc47ee2a7e53f2b2" ns1:_="" ns2:_="" ns3:_="">
    <xsd:import namespace="http://schemas.microsoft.com/sharepoint/v3"/>
    <xsd:import namespace="9be1c10f-8eeb-4f70-80d6-3641560a866f"/>
    <xsd:import namespace="05b0a430-5a8e-4e32-b7ca-2d9c993531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1c10f-8eeb-4f70-80d6-3641560a86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ec31677-fd3f-47a9-8323-4ac95b50372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0a430-5a8e-4e32-b7ca-2d9c9935311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0c3ad4b-1cc5-4ffa-900f-d43c72b7cd2a}" ma:internalName="TaxCatchAll" ma:showField="CatchAllData" ma:web="05b0a430-5a8e-4e32-b7ca-2d9c993531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9be1c10f-8eeb-4f70-80d6-3641560a866f">
      <Terms xmlns="http://schemas.microsoft.com/office/infopath/2007/PartnerControls"/>
    </lcf76f155ced4ddcb4097134ff3c332f>
    <TaxCatchAll xmlns="05b0a430-5a8e-4e32-b7ca-2d9c99353113" xsi:nil="true"/>
  </documentManagement>
</p:properties>
</file>

<file path=customXml/itemProps1.xml><?xml version="1.0" encoding="utf-8"?>
<ds:datastoreItem xmlns:ds="http://schemas.openxmlformats.org/officeDocument/2006/customXml" ds:itemID="{FDD95B55-A10C-4B0C-AE90-CE2D5096ECD4}"/>
</file>

<file path=customXml/itemProps2.xml><?xml version="1.0" encoding="utf-8"?>
<ds:datastoreItem xmlns:ds="http://schemas.openxmlformats.org/officeDocument/2006/customXml" ds:itemID="{324322AC-A44C-4820-883C-E626E1A514F5}"/>
</file>

<file path=customXml/itemProps3.xml><?xml version="1.0" encoding="utf-8"?>
<ds:datastoreItem xmlns:ds="http://schemas.openxmlformats.org/officeDocument/2006/customXml" ds:itemID="{68A67044-3AE2-43BA-9C70-17B33CE42783}"/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16</TotalTime>
  <Words>9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Century Gothic</vt:lpstr>
      <vt:lpstr>Office Theme</vt:lpstr>
      <vt:lpstr>Mesh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Vessa</dc:creator>
  <cp:lastModifiedBy>Michael Vessa</cp:lastModifiedBy>
  <cp:revision>1</cp:revision>
  <dcterms:created xsi:type="dcterms:W3CDTF">2026-02-03T09:09:28Z</dcterms:created>
  <dcterms:modified xsi:type="dcterms:W3CDTF">2026-02-03T09:25:55Z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0x010100D7255CD417239143A928991743D68F2B</vt:lpwstr>
  </property>
</Properties>
</file>